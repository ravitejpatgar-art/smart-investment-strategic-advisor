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Body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SmartVest: Intelligent Investment Advisory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Final Year Capstone Project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Domain: FinTech, Wealth Engineering, Applied AI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Architecture: Decoupled React 19 + Python FastAPI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Core: Deterministic Asset Allocation &amp; Grounded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The Retail Investing Dilemma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Cash Flow Disconnect: Investing without a 6-month liquid runway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Asset Allocation Drift: Emotional overconcentration in equities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Market Data Fragility: App crashes during upstream outages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AI Hallucinations: Generic LLMs inventing financial figures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The SmartVest Strategic Framework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Deterministic Strategy Engine: Surplus, runway &amp; risk allocations in &lt;5ms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5-Tier Resilient Market Pipeline: 100% uptime with explicit badges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VestIQ Context-Grounded AI: Grounded in active user state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Tax-Efficient Rebalancing: Forward SIP cash flow skewing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Measurable Project Objectives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Sub-5ms Client-Side Computation Latency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100% Market Data Uptime via 5-Tier Failover Routing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Anti-Hallucination AI Context Grounding Guardrails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Multi-Scenario Sensitivity Compounding with Step-Up SIP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100% Test Pass Rate across 10 Suites (75 Tests Passing)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Unique Selling Proposition (USP)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Non-Custodial &amp; Independent: Zero fund handling, zero broker bias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Prerequisite Gating: Mandatory emergency fund buffer check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Data Provenance Transparency: LIVE, DELAYED, FALLBACK labeling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Tax-Aware Rebalancing: Forward SIP adjustments vs asset selling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Decoupled System Architecture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Presentation Layer: React 19, TypeScript 6, Tailwind CSS v4, Recharts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Central State Store: Zustand (Authoritative User Profile &amp; Quotes)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Execution Engines: Strategy Engine, Scenario Simulator, Rebalancing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Backend Gateway: Python FastAPI + Uvicorn + Pydantic v2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Observability: Sentry React SDK + Custom Compliance Audit Logger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Production Technology Stack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Frontend: React 19.2.8, TypeScript ~6.0.2, Tailwind CSS 4.3.3, Vite 8.2.2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State &amp; Charts: Zustand 5.0.15, Recharts 3.10.1, Lucide React 1.34.0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Backend: FastAPI 0.115.8, Uvicorn 0.34.0, Pydantic 2.9.2, Pandas 2.2.3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Quality &amp; Auth: Vitest 4.1.11, Happy DOM 20.13.2, Firebase 12.18.0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Financial Strategy Engine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Surplus Formula: S = Income - Total Expenses (Savings Rate %)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Liquid Runway: Current Savings / Monthly Expenses (Target: &gt;= 6 Mos)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Risk Allocation Matrix: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  - Conservative: 20% Eq / 60% Debt / 10% Gold / 10% Cash (7.5% CAGR)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  - Balanced: 50% Eq / 35% Debt / 10% Gold / 5% Cash (10.5% CAGR)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  - Growth: 65% Eq / 25% Debt / 7% Gold / 3% Cash (12.0% CAGR)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  - Aggressive: 80% Eq / 12% Debt / 5% Gold / 3% Cash (13.5% CAGR)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5-Tier Market Data Reliability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Tier 1 (LIVE): TrueData Paid Indian Feed (&lt;200ms, Authorized NSE/BSE)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Tier 2 (DELAYED): Yahoo Finance Gateway (15-min delayed global quotes)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Tier 3 (FALLBACK): AMFI / MFAPI Official Daily Mutual Fund NAVs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Tier 4 (FALLBACK): Built-in deterministic baseline OHLCV candles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Tier 5 (UNAVAILABLE): Explicit status badge; zero unhandled crashes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VestIQ: Grounded Conversational AI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In-Context Grounding: Serializes active surplus, runway &amp; risk score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Anti-Hallucination Guardrails: Strict refusal to invent stock prices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Compliance Rules: Discloses data provenance; refuses trade execution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Offline Fallback: Deterministic rule-based synthesizer when offline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Scenario Simulator &amp; Compounding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4 Trajectories: Conservative (7.5%), Base (11%), Optimistic (15%), Custom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Interactive Controls: Monthly SIP, Expected Return %, Horizon (1-40 yrs)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Annual Step-Up SIP: Models salary growth (0% to 25% per year)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Inflation Discounting: Computes real purchasing power PV = FV / (1 + pi)^Y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Portfolio Rebalancing Advisory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Drift Formula: Drift = Current Percentage - Target Percentage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Tolerance Bands: 1.0%, 2.5%, 5.0%, 10.0% (Overweight / Underweight)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Tax-Efficient SIP Rebalancing: Skews future SIPs to underweight assets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Non-Custodial: Illustrative decision support; no automated trades placed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Security &amp; Enterprise Observability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Zero Client Secrets: Commercial vendor API keys isolated to backend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PII Sanitization: Automatic scrubbing of names, emails, and amounts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Compliance Audit Logger: Non-blocking tracking of financial events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Sentry Error Tracking: Component-level React Error Boundaries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Testing &amp; CI/CD Pipeline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Test Suite: Vitest 4.1.11 + Happy DOM 20.13.2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Test Results: 10 Test Suites, 75 Automated Tests, 100% Pass Rate (0 Failures)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CI Workflow: GitHub Actions (.github/workflows/ci.yml) on Node 20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Deployment: Vercel Global Edge Network with zero build warnings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Live System Walkthrough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1. Onboarding: Income profiling, surplus calculation &amp; runway alert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2. Market Terminal: 57+ multi-asset quotes &amp; sparklines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3. Strategy Blueprint: Risk-mandated allocation &amp; instrument mapping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4. Scenario Simulator: 15-year compounding with 10% annual step-up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5. VestIQ AI: Live grounded conversational financial defense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00100"/>
          </a:xfrm>
        </p:spPr>
        <p:txBody>
          <a:bodyPr/>
          <a:lstStyle/>
          <a:p>
            <a:r>
              <a:rPr lang="en-US" b="1" sz="2800">
                <a:solidFill>
                  <a:srgbClr val="0A2540"/>
                </a:solidFill>
              </a:rPr>
              <a:t>Conclusion &amp; Future Scope</a:t>
            </a:r>
          </a:p>
        </p:txBody>
      </p:sp>
      <!-- Content Box --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3352800"/>
          </a:xfrm>
        </p:spPr>
        <p:txBody>
          <a:bodyPr/>
          <a:lstStyle/>
          <a:p>
            <a:pPr lvl="0"/>
            <a:r>
              <a:rPr lang="en-US" sz="1600">
                <a:solidFill>
                  <a:srgbClr val="333333"/>
                </a:solidFill>
              </a:rPr>
              <a:t>• Conclusion: Successfully delivered a mathematically sound advisory platform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Results: Sub-5ms calculation latency, 100% market uptime, 75/75 tests passing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• Future Roadmap: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  - Read-only broker API syncing (Zerodha Kite Connect / Upstox)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  - 10,000-iteration stochastic Monte Carlo probability cones</a:t>
            </a:r>
          </a:p>
          <a:p>
            <a:pPr lvl="0"/>
            <a:r>
              <a:rPr lang="en-US" sz="1600">
                <a:solidFill>
                  <a:srgbClr val="333333"/>
                </a:solidFill>
              </a:rPr>
              <a:t>  - Automated Section 112A tax-loss harvesting recommendations</a:t>
            </a:r>
          </a:p>
        </p:txBody>
      </p:sp>
    </p:spTree>
  </p:cSld>
</p:sld>
</file>